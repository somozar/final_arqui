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BASE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Finanzas Personales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Supabase · Backend Next.js · Autenticación por Cookies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F9A8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por la capa de datos del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roles y flujo general del sistema.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544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0664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en Supabase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06640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columnas y relaciones principales.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83080" y="3337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utilizadas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38404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del SDK de Supabase que ejecutamos.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1546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1546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06640" y="3337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del backend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38404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variables de entorno y repositorios.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7548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83080" y="4937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cookies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8308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tokens, middleware y refresco de sesión.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7548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475488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06640" y="4937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0664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del diseño.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desde el navegador hasta Supabase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51760" cy="27432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26517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 React / Next.js. Envía formularios a las Server Actions.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651760" cy="27432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828800"/>
            <a:ext cx="26517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 rutas protegidas y valida cookies de sesión.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51760" cy="27432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828800"/>
            <a:ext cx="26517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+ Services + Repositories (TypeScript).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1828800"/>
            <a:ext cx="2651760" cy="27432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0" y="1828800"/>
            <a:ext cx="26517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2688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gestionado por el SDK @supabase/supabase-js.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0128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44768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79408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accesos a datos pasan por el backend con la service_role key; el frontend nunca habla directo con Supabase.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en Supabase (PostgreSQL)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principales del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clave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email, user_metadata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Gestionada por Supabase Auth. Almacena credenciales y metadata.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nombre, balance_inicial, objetivo_cantidad, 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Cuentas o bolsillos del usuario (efectivo, banco, ahorro).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nombre, monto_limite, fecha_inicio, fecha_fin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de gasto por periodo definidos por el usuario.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cartera_id, presupuesto_id, categoria_id, tipo, monto, descripcion, fecha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y gastos. Vincula cartera, presupuesto y categoría.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compartido de categorías de transacciones.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72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97480" y="15727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clave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29400" y="15727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 de datos usan user_id como clave foránea hacia auth.users para aislar la información por usuario.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Supabase utilizadas (datos)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del cliente @supabase/supabase-js para CRUD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93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createClient(url, key)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27632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el cliente oficial. Lo envolvemos en createBackendSupabaseClient() con la service_role key.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21992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768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.from('tabla')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29514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la tabla destino. Es la entrada de todas las operaciones (carteras, presupuestos, transacciones, categorias).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9504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89504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443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.select('*') / .select('id, nombre')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962656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SELECT. Soporta proyección de columnas. Se usa para listar y traer registros.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57016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57016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.insert({ ... }).select().single()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630168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+ devolución del registro recién creado. Lo usamos al crear carteras, presupuestos y transacciones.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224528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79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.update({ ... }).eq('id', id)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429768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parcial. Solo se envían los campos definidos para evitar sobrescribir valores.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892040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469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.delete().eq('id', id)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965192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por clave primaria. Se aplica también con .eq('user_id', userId) para asegurar ownership.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559552"/>
            <a:ext cx="10972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559552"/>
            <a:ext cx="9144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6144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 / .ilike / .order / .single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563270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igualdad estricta, búsqueda case-insensitive, ordenamiento por fecha y extracción de un único registro.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Supabase utilizadas (Auth)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supabase.auth para la autenticación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276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supabase.auth.signInWithPassword({ email, password })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62763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del usuario. Devuelve session (access_token, refresh_token, expires_in) y user. Invocada en loginAction.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13432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865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supabase.auth.signUp({ email, password, options })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2386584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Registro. Guarda el nombre completo en user_metadata y envía correo de confirmación via emailRedirectTo.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72384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72384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455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supabase.auth.getUser(accessToken)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3145536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un access token existente y recupera el usuario. Usada por verifyAccessToken y getCurrentUserAction.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831336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044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supabase.auth.refreshSession({ refresh_token })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390448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Renueva la sesión cuando el access token expiró. La usa el middleware para rotar cookies sin pedir login.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90288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590288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63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supabase.auth.resetPasswordForEmail(email, { redirectTo })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4663440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el flujo de recuperación enviando correo con enlace de reseteo hacia /login.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72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349240"/>
            <a:ext cx="91440" cy="713232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4223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supabase.auth.signOut()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542239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sesión en Supabase. Complementada con el borrado manual de cookies en logoutAction.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 el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variables de entorno al repositorio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00" cy="91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Supabase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createBackendSupabaseClient()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SUPABASE_URL + SUPABASE_SERVICE_ROLE_KEY. Con permisos elevados, ejecuta todas las operaciones CRUD del backend.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createSupabaseServerAuthClient()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SUPABASE_URL + SUPABASE_ANON_KEY (o NEXT_PUBLIC_SUPABASE_ANON_KEY). Se encarga exclusivamente del flujo de Auth.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verifyAccessToken(token)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que crea un cliente Auth y llama a getUser() para validar si el token sigue vigente.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212080" cy="9144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backend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22402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585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221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FormData, valida y llama al service.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84848" y="269748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461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2644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y orquestación del caso de uso.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84848" y="370332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425196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270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233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lugar que toca Supabase (from/select/insert/update/delete).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84848" y="470916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52578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276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5239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5532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SQL en PostgreSQL y devuelve los datos tipados.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cookies de autenticación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cookies httpOnly gestionadas desde el backend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auth-access-token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el JWT de Supabase. Se lee en cada request para identificar al usuario y obtenerlo con supabase.auth.getUser.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session.expires_in (≈ 1 hora)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554480"/>
            <a:ext cx="5486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554480"/>
            <a:ext cx="5486400" cy="9144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auth-refresh-token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obtener un nuevo access token sin reautenticar. Lo consume el middleware cuando la sesión expira.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(60 * 60 * 24 * 30)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972800" cy="169164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54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authCookieOptions aplicadas a ambas cookies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httpOnly: true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no accesible desde JavaScript del cliente, protege contra XSS.    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sameSite: 'lax'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mitiga CSRF permitiendo navegación top-level.    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solo se envía por HTTPS en producción.    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'/'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disponibles en toda la aplicación.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las cookies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validación, refresco y logout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Finanzas Personales · Supabase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7033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loginAction llama a signInWithPassword. Con la session recibida, escribe auth-access-token y auth-refresh-token vía cookies() de next/headers.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07992" y="1554480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554480"/>
            <a:ext cx="37033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Request protegido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194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middleware lee las cookies desde request.cookies.get() sobre rutas /finanzas, /carteras y /presupuestos.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75904" y="1554480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554480"/>
            <a:ext cx="37033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8784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58784" y="2194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verifyAccessToken invoca getUser(accessToken). Si el token es válido, la request continúa con NextResponse.next().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27832"/>
            <a:ext cx="3703320" cy="91440"/>
          </a:xfrm>
          <a:prstGeom prst="rect">
            <a:avLst/>
          </a:prstGeom>
          <a:solidFill>
            <a:srgbClr val="F9A82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10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Refresco automático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8679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access token no sirve, el middleware llama refreshSession(refresh_token) y reescribe ambas cookies con los nuevos valores.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07992" y="3227832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07992" y="3227832"/>
            <a:ext cx="3703320" cy="91440"/>
          </a:xfrm>
          <a:prstGeom prst="rect">
            <a:avLst/>
          </a:prstGeom>
          <a:solidFill>
            <a:srgbClr val="F9A82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410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Redirección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38679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sesión válida en ruta protegida → redirect a /login. Con sesión válida en /login o /register → redirect a /finanzas.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75904" y="3227832"/>
            <a:ext cx="3703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75904" y="3227832"/>
            <a:ext cx="3703320" cy="91440"/>
          </a:xfrm>
          <a:prstGeom prst="rect">
            <a:avLst/>
          </a:prstGeom>
          <a:solidFill>
            <a:srgbClr val="F9A82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3410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8784" y="38679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logoutAction llama a signOut() y borra las dos cookies (maxAge: 0). getCurrentUserAction queda devolviendo null.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cookies nunca se exponen al cliente: se crean, leen y borran desde el lado del servidor.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claro, seguro y alineado a buenas prácticas de Supabase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743200" cy="0"/>
          </a:xfrm>
          <a:prstGeom prst="line">
            <a:avLst/>
          </a:prstGeom>
          <a:noFill/>
          <a:ln w="38100">
            <a:solidFill>
              <a:srgbClr val="F9A8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14600"/>
            <a:ext cx="544068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14600"/>
            <a:ext cx="91440" cy="173736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974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 de capas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Service → Repository → Supabase. Solo los repositorios invocan al SDK.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514600"/>
            <a:ext cx="544068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514600"/>
            <a:ext cx="91440" cy="173736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974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por responsabilidad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con service_role para datos y otro con anon key para Auth.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544068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91440" cy="173736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las cookies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5120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sameSite=lax, secure en producción y rotación automática vía middleware.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544068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434840"/>
            <a:ext cx="91440" cy="1737360"/>
          </a:xfrm>
          <a:prstGeom prst="rect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usuario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5120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query filtra por user_id; todas las entidades dependen de auth.users.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Base de Datos - Gestión de Finanzas Personales</dc:title>
  <dc:subject>PptxGenJS Presentation</dc:subject>
  <dc:creator>Equipo Finanzas</dc:creator>
  <cp:lastModifiedBy>Equipo Finanzas</cp:lastModifiedBy>
  <cp:revision>1</cp:revision>
  <dcterms:created xsi:type="dcterms:W3CDTF">2026-04-07T19:26:16Z</dcterms:created>
  <dcterms:modified xsi:type="dcterms:W3CDTF">2026-04-07T19:26:16Z</dcterms:modified>
</cp:coreProperties>
</file>